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62efbb797c747cc" /><Relationship Type="http://schemas.openxmlformats.org/officeDocument/2006/relationships/extended-properties" Target="/docProps/app.xml" Id="Rab98b4d4562e4ddf" /><Relationship Type="http://schemas.openxmlformats.org/officeDocument/2006/relationships/officeDocument" Target="/ppt/presentation.xml" Id="Rf25093195e4447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400cd5429e47b8"/>
  </p:sldMasterIdLst>
  <p:notesMasterIdLst>
    <p:notesMasterId xmlns:r="http://schemas.openxmlformats.org/officeDocument/2006/relationships" r:id="R5f21c35c8d304448"/>
  </p:notesMasterIdLst>
  <p:sldIdLst>
    <p:sldId xmlns:r="http://schemas.openxmlformats.org/officeDocument/2006/relationships" id="256" r:id="Rf8fc753c2d214927"/>
    <p:sldId xmlns:r="http://schemas.openxmlformats.org/officeDocument/2006/relationships" id="257" r:id="Rafc22571bdf547f3"/>
    <p:sldId xmlns:r="http://schemas.openxmlformats.org/officeDocument/2006/relationships" id="258" r:id="Rd64014c8648f4ae7"/>
    <p:sldId xmlns:r="http://schemas.openxmlformats.org/officeDocument/2006/relationships" id="259" r:id="R7b617a78ac2d4af0"/>
    <p:sldId xmlns:r="http://schemas.openxmlformats.org/officeDocument/2006/relationships" id="260" r:id="R550b82b4642849f6"/>
    <p:sldId xmlns:r="http://schemas.openxmlformats.org/officeDocument/2006/relationships" id="261" r:id="R0591eceb17104584"/>
    <p:sldId xmlns:r="http://schemas.openxmlformats.org/officeDocument/2006/relationships" id="262" r:id="Rdfa1cd7d4ef145df"/>
    <p:sldId xmlns:r="http://schemas.openxmlformats.org/officeDocument/2006/relationships" id="263" r:id="Rc5f696d0efa34462"/>
    <p:sldId xmlns:r="http://schemas.openxmlformats.org/officeDocument/2006/relationships" id="264" r:id="R935a5f951fbd4c2c"/>
    <p:sldId xmlns:r="http://schemas.openxmlformats.org/officeDocument/2006/relationships" id="265" r:id="Refb05aea8bb246b7"/>
    <p:sldId xmlns:r="http://schemas.openxmlformats.org/officeDocument/2006/relationships" id="266" r:id="R8fff53908c854d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eb98e089fd847f2" /><Relationship Type="http://schemas.openxmlformats.org/officeDocument/2006/relationships/slideMaster" Target="/ppt/slideMasters/slideMaster1.xml" Id="R8d400cd5429e47b8" /><Relationship Type="http://schemas.openxmlformats.org/officeDocument/2006/relationships/notesMaster" Target="/ppt/notesMasters/notesMaster1.xml" Id="R5f21c35c8d304448" /><Relationship Type="http://schemas.openxmlformats.org/officeDocument/2006/relationships/presProps" Target="/ppt/presProps.xml" Id="Rb40c7d8e56274f2d" /><Relationship Type="http://schemas.openxmlformats.org/officeDocument/2006/relationships/tableStyles" Target="/ppt/tableStyles.xml" Id="R407e11dfb9d34452" /><Relationship Type="http://schemas.openxmlformats.org/officeDocument/2006/relationships/slide" Target="/ppt/slides/slide1.xml" Id="Rf8fc753c2d214927" /><Relationship Type="http://schemas.openxmlformats.org/officeDocument/2006/relationships/slide" Target="/ppt/slides/slide2.xml" Id="Rafc22571bdf547f3" /><Relationship Type="http://schemas.openxmlformats.org/officeDocument/2006/relationships/slide" Target="/ppt/slides/slide3.xml" Id="Rd64014c8648f4ae7" /><Relationship Type="http://schemas.openxmlformats.org/officeDocument/2006/relationships/slide" Target="/ppt/slides/slide4.xml" Id="R7b617a78ac2d4af0" /><Relationship Type="http://schemas.openxmlformats.org/officeDocument/2006/relationships/slide" Target="/ppt/slides/slide5.xml" Id="R550b82b4642849f6" /><Relationship Type="http://schemas.openxmlformats.org/officeDocument/2006/relationships/slide" Target="/ppt/slides/slide6.xml" Id="R0591eceb17104584" /><Relationship Type="http://schemas.openxmlformats.org/officeDocument/2006/relationships/slide" Target="/ppt/slides/slide7.xml" Id="Rdfa1cd7d4ef145df" /><Relationship Type="http://schemas.openxmlformats.org/officeDocument/2006/relationships/slide" Target="/ppt/slides/slide8.xml" Id="Rc5f696d0efa34462" /><Relationship Type="http://schemas.openxmlformats.org/officeDocument/2006/relationships/slide" Target="/ppt/slides/slide9.xml" Id="R935a5f951fbd4c2c" /><Relationship Type="http://schemas.openxmlformats.org/officeDocument/2006/relationships/slide" Target="/ppt/slides/slide10.xml" Id="Refb05aea8bb246b7" /><Relationship Type="http://schemas.openxmlformats.org/officeDocument/2006/relationships/slide" Target="/ppt/slides/slide11.xml" Id="R8fff53908c854d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c447447c7b649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3f7fadd71a4283" /><Relationship Type="http://schemas.openxmlformats.org/officeDocument/2006/relationships/notesMaster" Target="/ppt/notesMasters/notesMaster1.xml" Id="R97275b0ef34e42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e8a1d1fe67b4e4f" /><Relationship Type="http://schemas.openxmlformats.org/officeDocument/2006/relationships/notesMaster" Target="/ppt/notesMasters/notesMaster1.xml" Id="R664a6094f05345f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5a6bb9bcbf4462a" /><Relationship Type="http://schemas.openxmlformats.org/officeDocument/2006/relationships/notesMaster" Target="/ppt/notesMasters/notesMaster1.xml" Id="R6a9eca86003f4da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d1b4e0ef0341e6" /><Relationship Type="http://schemas.openxmlformats.org/officeDocument/2006/relationships/notesMaster" Target="/ppt/notesMasters/notesMaster1.xml" Id="R38d0279bb4314f5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8e03dae3664d51" /><Relationship Type="http://schemas.openxmlformats.org/officeDocument/2006/relationships/notesMaster" Target="/ppt/notesMasters/notesMaster1.xml" Id="Rd72f0b3707394e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3da22783884f07" /><Relationship Type="http://schemas.openxmlformats.org/officeDocument/2006/relationships/notesMaster" Target="/ppt/notesMasters/notesMaster1.xml" Id="R17b00afbf4a1499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eb72e376ced4737" /><Relationship Type="http://schemas.openxmlformats.org/officeDocument/2006/relationships/notesMaster" Target="/ppt/notesMasters/notesMaster1.xml" Id="R5f797761581f4c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834e8c758bc4ff7" /><Relationship Type="http://schemas.openxmlformats.org/officeDocument/2006/relationships/notesMaster" Target="/ppt/notesMasters/notesMaster1.xml" Id="R5dfdc5c9b0fd4c2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dddfe9ae1494b45" /><Relationship Type="http://schemas.openxmlformats.org/officeDocument/2006/relationships/notesMaster" Target="/ppt/notesMasters/notesMaster1.xml" Id="R29e0f186973245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65cf691f2b4c82" /><Relationship Type="http://schemas.openxmlformats.org/officeDocument/2006/relationships/notesMaster" Target="/ppt/notesMasters/notesMaster1.xml" Id="Re5aeb2b87a824fd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48cae5a5d6e4a06" /><Relationship Type="http://schemas.openxmlformats.org/officeDocument/2006/relationships/notesMaster" Target="/ppt/notesMasters/notesMaster1.xml" Id="R00093b0ccd394eb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жоба сайты және жоба материалдары. Мұқаба суреті сайттың public/img/hero.jpg файлынан алынды.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басты бет скриншоты және жоба құжаттамасы.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сайттың негізгі навигациясы мен бөлімдеріндегі нақты мазмұн саны.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«Аспаптар» бетінің скриншоты.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сайттың аспап беттері, AUDIO_SOURCES.md және public/img ішіндегі аспап суреттері.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«Аңыздар» бетінің скриншоты және src/data/legends.ts.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«Тарих» бетінің скриншоты және src/data/timeline.ts.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«Ойындар» бетінің скриншоты және src/components/GamesTabs.tsx.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«Сөздік» бетінің скриншоты және src/data/glossary.ts.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Дереккөз: пайдаланушы ұсынған «Жоба туралы» бетінің скриншоты және src/data/authors.ts.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Қорытынды көрсеткіштер сайттағы нақты бөлімдер мен мазмұн санынан алынған.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2911e9eda54d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0db3d3a876e4ca8" /><Relationship Type="http://schemas.openxmlformats.org/officeDocument/2006/relationships/slideLayout" Target="/ppt/slideLayouts/slideLayout1.xml" Id="R3547b606f21a40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47b606f21a40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ba9e9cf8ce4719" /><Relationship Type="http://schemas.openxmlformats.org/officeDocument/2006/relationships/image" Target="/ppt/media/image.jpeg" Id="Rc60b5fb37513424d" /><Relationship Type="http://schemas.openxmlformats.org/officeDocument/2006/relationships/image" Target="/ppt/media/image.png" Id="Rf2f3d51fb18949d5" /><Relationship Type="http://schemas.openxmlformats.org/officeDocument/2006/relationships/image" Target="/ppt/media/image.svg" Id="R6e044c7c98fd4a4f" /><Relationship Type="http://schemas.openxmlformats.org/officeDocument/2006/relationships/notesSlide" Target="/ppt/notesSlides/notesSlide1.xml" Id="R576a1359a7f6497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1b5df7d0bf4998" /><Relationship Type="http://schemas.openxmlformats.org/officeDocument/2006/relationships/image" Target="/ppt/media/image2.png" Id="R2b0bcce197f041ae" /><Relationship Type="http://schemas.openxmlformats.org/officeDocument/2006/relationships/image" Target="/ppt/media/image2.svg" Id="R6d56198f67954fbf" /><Relationship Type="http://schemas.openxmlformats.org/officeDocument/2006/relationships/image" Target="/ppt/media/image3.png" Id="R426b58c2abea4d75" /><Relationship Type="http://schemas.openxmlformats.org/officeDocument/2006/relationships/notesSlide" Target="/ppt/notesSlides/notesSlide2.xml" Id="R30e9b0857ed04a7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a160edc0f4140" /><Relationship Type="http://schemas.openxmlformats.org/officeDocument/2006/relationships/image" Target="/ppt/media/image4.png" Id="R2dbfc38603b447ea" /><Relationship Type="http://schemas.openxmlformats.org/officeDocument/2006/relationships/image" Target="/ppt/media/image3.svg" Id="Rcc6d8dc93ff84f92" /><Relationship Type="http://schemas.openxmlformats.org/officeDocument/2006/relationships/notesSlide" Target="/ppt/notesSlides/notesSlide3.xml" Id="R87dda67c767240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5c72a6fc384c29" /><Relationship Type="http://schemas.openxmlformats.org/officeDocument/2006/relationships/image" Target="/ppt/media/image5.png" Id="R14f0c0fa002e4a01" /><Relationship Type="http://schemas.openxmlformats.org/officeDocument/2006/relationships/image" Target="/ppt/media/image4.svg" Id="R278ea4e3f1d94d3c" /><Relationship Type="http://schemas.openxmlformats.org/officeDocument/2006/relationships/image" Target="/ppt/media/image6.png" Id="Rc3854049453f498e" /><Relationship Type="http://schemas.openxmlformats.org/officeDocument/2006/relationships/notesSlide" Target="/ppt/notesSlides/notesSlide4.xml" Id="Ra8d9061e4c1f4bd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14efd87e9147b6" /><Relationship Type="http://schemas.openxmlformats.org/officeDocument/2006/relationships/image" Target="/ppt/media/image7.png" Id="R0bf43b6470f1401a" /><Relationship Type="http://schemas.openxmlformats.org/officeDocument/2006/relationships/image" Target="/ppt/media/image5.svg" Id="Ra79120152fe2427e" /><Relationship Type="http://schemas.openxmlformats.org/officeDocument/2006/relationships/image" Target="/ppt/media/image2.jpeg" Id="Ra9b9327cbb9f42c6" /><Relationship Type="http://schemas.openxmlformats.org/officeDocument/2006/relationships/image" Target="/ppt/media/image3.jpeg" Id="R320096f06a2f4f2d" /><Relationship Type="http://schemas.openxmlformats.org/officeDocument/2006/relationships/image" Target="/ppt/media/image4.jpeg" Id="R4255f7c4433f4816" /><Relationship Type="http://schemas.openxmlformats.org/officeDocument/2006/relationships/notesSlide" Target="/ppt/notesSlides/notesSlide5.xml" Id="Ra72a658ac6c3482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80992b580a46a9" /><Relationship Type="http://schemas.openxmlformats.org/officeDocument/2006/relationships/image" Target="/ppt/media/image8.png" Id="Rd84a5f4892004b46" /><Relationship Type="http://schemas.openxmlformats.org/officeDocument/2006/relationships/image" Target="/ppt/media/image6.svg" Id="R643b80d41f464fa3" /><Relationship Type="http://schemas.openxmlformats.org/officeDocument/2006/relationships/image" Target="/ppt/media/image9.png" Id="R9e9e4468883641f3" /><Relationship Type="http://schemas.openxmlformats.org/officeDocument/2006/relationships/notesSlide" Target="/ppt/notesSlides/notesSlide6.xml" Id="R72ff633b75734db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115686411b4403" /><Relationship Type="http://schemas.openxmlformats.org/officeDocument/2006/relationships/image" Target="/ppt/media/image10.png" Id="R386d989f9b7842b5" /><Relationship Type="http://schemas.openxmlformats.org/officeDocument/2006/relationships/image" Target="/ppt/media/image7.svg" Id="R7b694dbccb1d4220" /><Relationship Type="http://schemas.openxmlformats.org/officeDocument/2006/relationships/image" Target="/ppt/media/image11.png" Id="Rcf0d392b32b341a4" /><Relationship Type="http://schemas.openxmlformats.org/officeDocument/2006/relationships/notesSlide" Target="/ppt/notesSlides/notesSlide7.xml" Id="R34ac77f450524a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33a241390f4a09" /><Relationship Type="http://schemas.openxmlformats.org/officeDocument/2006/relationships/image" Target="/ppt/media/image12.png" Id="R255680a55569459a" /><Relationship Type="http://schemas.openxmlformats.org/officeDocument/2006/relationships/image" Target="/ppt/media/image8.svg" Id="Reaa06c820a7c494c" /><Relationship Type="http://schemas.openxmlformats.org/officeDocument/2006/relationships/image" Target="/ppt/media/image13.png" Id="R08afa6930cc04e69" /><Relationship Type="http://schemas.openxmlformats.org/officeDocument/2006/relationships/notesSlide" Target="/ppt/notesSlides/notesSlide8.xml" Id="R45bb0943a5244e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b2dc879e154ff7" /><Relationship Type="http://schemas.openxmlformats.org/officeDocument/2006/relationships/image" Target="/ppt/media/image14.png" Id="Rc7b3fb8aef67484d" /><Relationship Type="http://schemas.openxmlformats.org/officeDocument/2006/relationships/image" Target="/ppt/media/image9.svg" Id="Rec4086897fc44130" /><Relationship Type="http://schemas.openxmlformats.org/officeDocument/2006/relationships/image" Target="/ppt/media/image15.png" Id="R51ab718b117d4701" /><Relationship Type="http://schemas.openxmlformats.org/officeDocument/2006/relationships/notesSlide" Target="/ppt/notesSlides/notesSlide9.xml" Id="Reabfcb2eef08444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9ae8454a5049aa" /><Relationship Type="http://schemas.openxmlformats.org/officeDocument/2006/relationships/image" Target="/ppt/media/image16.png" Id="R42fff32063bc4c47" /><Relationship Type="http://schemas.openxmlformats.org/officeDocument/2006/relationships/image" Target="/ppt/media/image10.svg" Id="Redd9a1774ea84e5f" /><Relationship Type="http://schemas.openxmlformats.org/officeDocument/2006/relationships/image" Target="/ppt/media/image17.png" Id="R535635e8901d4855" /><Relationship Type="http://schemas.openxmlformats.org/officeDocument/2006/relationships/notesSlide" Target="/ppt/notesSlides/notesSlide10.xml" Id="Rd0da873b0c4240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f355927f6e4e70" /><Relationship Type="http://schemas.openxmlformats.org/officeDocument/2006/relationships/image" Target="/ppt/media/image18.png" Id="R4786cb2fd7574082" /><Relationship Type="http://schemas.openxmlformats.org/officeDocument/2006/relationships/image" Target="/ppt/media/image11.svg" Id="R55f3a76038ac4d24" /><Relationship Type="http://schemas.openxmlformats.org/officeDocument/2006/relationships/notesSlide" Target="/ppt/notesSlides/notesSlide11.xml" Id="Rc02a502504af4f6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b5fb37513424d"/>
          <a:srcRect xmlns:a="http://schemas.openxmlformats.org/drawingml/2006/main" l="1250" t="0" r="125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34300" y="0"/>
            <a:ext cx="44577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E1D031-D191-4C48-8F01-2A14250B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0"/>
            <a:ext cx="3238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6F6B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3d51fb18949d5">
            <a:extLst>
              <a:ext uri="{96DAC541-7B7A-43D3-8B79-37D633B846F1}">
                <asvg:svgBlip xmlns:asvg="http://schemas.microsoft.com/office/drawing/2016/SVG/main" r:embed="R6e044c7c98fd4a4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62865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4E860-ED21-49A5-B5A4-B88203D0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809625"/>
            <a:ext cx="5143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0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ҒЫЛЫМИ ЖОБА ПРЕЗЕНТАЦИЯСЫ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413DF8-BE0C-4D05-8EDF-B991429B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19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Бабалар үні</a:t>
            </a:r>
          </a:p>
          <a:p xmlns:a="http://schemas.openxmlformats.org/drawingml/2006/main">
            <a:pPr algn="l">
              <a:lnSpc>
                <a:spcPct val="95000"/>
              </a:lnSpc>
              <a:buNone/>
              <a:defRPr sz="43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цифрлық әлемде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F1164E-9416-4DB3-A0BE-5F7518388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Қазақтың ұлттық музыкалық аспаптарының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2025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интерактивті онлайн энциклопедиясы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D912C5-7D0A-4D0E-8089-C9199AE8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1047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89A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036851-1567-490B-9E8E-8DEC3BF73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609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Жоба авторы  Дөңесова Асылай Кайсарқызы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50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Ғылыми жетекші  Демеуова Тогжан Абдимуратовна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CD4D3-B0AC-4B07-AAE0-E7AA3C9F7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18279191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bcce197f041ae">
            <a:extLst>
              <a:ext uri="{96DAC541-7B7A-43D3-8B79-37D633B846F1}">
                <asvg:svgBlip xmlns:asvg="http://schemas.microsoft.com/office/drawing/2016/SVG/main" r:embed="R6d56198f67954f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832F99-CA42-4A76-BF16-5397567FD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A690EF-E582-407D-B8C5-AC353FD6B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ЖОБА ТУРАЛЫ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EF3559-649F-4921-93C5-486B03F9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28E5E-5984-49DF-B3FA-6F2642420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Жобаның мақсаты мен аудиториясы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7778C8-396E-4CDD-8F55-4F4BE0A6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934F77-3EBB-462D-B911-68BE19A8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E6C908-C085-47DC-BC9E-E870076C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001685-0CAD-46D1-A1C3-58197DA3F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335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Негізгі мақсат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4CC6B-9C8E-4A3D-A65B-938D8FEB2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3810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69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Ұлттық аспаптарды оқушыға қарапайым тілмен таныстыру және мәдени мұраны цифрлық ортада қолжетімді ету.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A03CD-2F8B-48E7-9401-4A59F7B7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623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0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Кімге арналған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1091B5-18B1-4881-A614-BED4E76D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381EE-5A10-4388-9CB5-AC19E0BCA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1–6 сынып оқушыларына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B97076-0C62-4D5C-8E2A-C3512BCB1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69559C-5274-4378-8DA5-4471B673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Музыка және тарих сабақтарына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610F6-5CEB-4C37-8F67-56BBE6A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56D62B-4BB5-45A1-89FE-9E708C34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29200"/>
            <a:ext cx="3562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Өздігінен ізденетін пайдаланушыға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F16F2C-4256-489F-9860-8D6C8620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638300"/>
            <a:ext cx="7029450" cy="4038600"/>
          </a:xfrm>
          <a:prstGeom xmlns:a="http://schemas.openxmlformats.org/drawingml/2006/main" prst="roundRect">
            <a:avLst>
              <a:gd name="adj" fmla="val 47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6b58c2abea4d75"/>
          <a:srcRect xmlns:a="http://schemas.openxmlformats.org/drawingml/2006/main" l="45" t="0" r="4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62500" y="1714500"/>
            <a:ext cx="6877050" cy="3886200"/>
          </a:xfrm>
          <a:prstGeom xmlns:a="http://schemas.openxmlformats.org/drawingml/2006/main" prst="roundRect">
            <a:avLst>
              <a:gd name="adj" fmla="val 3431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508433-6EA8-46A7-9878-E60568D8F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829300"/>
            <a:ext cx="6877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12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Басты бет жобаның идеясын, авторларын және негізгі мүмкіндіктерін бірден көрсетеді.</a:t>
            </a:r>
          </a:p>
        </p:txBody>
      </p:sp>
    </p:spTree>
    <p:extLst>
      <p:ext uri="{BB962C8B-B14F-4D97-AF65-F5344CB8AC3E}">
        <p14:creationId xmlns:p14="http://schemas.microsoft.com/office/powerpoint/2010/main" val="1191160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fc38603b447ea">
            <a:extLst>
              <a:ext uri="{96DAC541-7B7A-43D3-8B79-37D633B846F1}">
                <asvg:svgBlip xmlns:asvg="http://schemas.microsoft.com/office/drawing/2016/SVG/main" r:embed="Rcc6d8dc93ff84f9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E4B2E8-D437-4A9B-B6CA-BE114ED05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8C8098-6EFB-4814-A7FA-CFEECA020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НАВИГАЦИЯ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C939E-0415-425E-9F00-513A24717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345DDC-3350-473C-A318-6D6DBD18E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Сайттың құрылымы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2D10EA-93AE-429B-80B4-0B201023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6C0A7-FBEA-4E17-B662-15F38D6FB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7FA93B-2A13-4FBC-9BF8-8B9287D67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A2146-7BF9-4A57-AD29-19F213FF8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110871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3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Барлық бөлім бір мәзір арқылы байланысқан. Оқушы ақпараттан тапсырмаға, одан ойын мен сөздікке еркін өте алады.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FE0D18-5B11-48B1-9A76-45908AA9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D3532-1EAF-49FD-854F-C34CD2CDF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908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552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38B8B0-B4A8-478F-B672-932EA2A5C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762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Аспаптар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84991-9718-42B8-BDF5-242961E1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181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12 аспап, 5 топ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7B1C7B-F108-4C1D-8826-80714C20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89A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9A3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B1687F-7BE5-4CA6-8365-A1670DA0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9908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A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0FB5E-2BC7-4799-A135-0C20BB4ED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62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Аңыздар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C316E5-6AF9-434E-979F-2F3B8CBDA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181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6 халық аңызы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B4CB5B-CB8E-482B-BD17-35A74C7A3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813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0E51CA-5AE3-4D03-B7AD-DAE368AA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908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6F6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7EA9B3-532F-4CC4-B035-ED75B26BE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622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Тарих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D39E2D-1CEA-478C-9994-CC8BF8C2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181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8 тарихи кезең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E7520B-E784-416D-9121-34C236FF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95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B57531-A4FA-4558-AB1E-371E7D49F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05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4552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AF53B1-9B6A-4E4C-AC4E-019BD6B5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476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Ойындар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DCB06C-4035-438F-999F-C1635A72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895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4 оқу ойыны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16B9ED-7689-4507-8B89-7E14E4454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95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C89A3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C89A3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91692E-9CD4-4A03-A422-4E281D76A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4705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A3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DC1536-77AC-4BE7-ADB5-2FA1C349A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476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Сөздік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6D2DE-2A55-47A3-B574-C8E388DA8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895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31 түсінік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16698D-44FD-4115-B452-82A220936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495800"/>
            <a:ext cx="514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2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89E26B-499C-4705-9020-90CB6C26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705350"/>
            <a:ext cx="28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6F6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B7D4397-5AAE-4C32-9FB2-125C78A1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4767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Жоба туралы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91222F-9E21-4684-98E2-2A2B62C1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4895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мақсат пен авторлар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1C0C8ED-CBF5-4C6C-A78F-76D4963A1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4634974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0c0fa002e4a01">
            <a:extLst>
              <a:ext uri="{96DAC541-7B7A-43D3-8B79-37D633B846F1}">
                <asvg:svgBlip xmlns:asvg="http://schemas.microsoft.com/office/drawing/2016/SVG/main" r:embed="R278ea4e3f1d94d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507881-2AA0-4624-9BD7-A3DEFA98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2D6C21-9B4C-4990-AE02-A55511E7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НЕГІЗГІ БӨЛІМ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0AF3F-C412-4F5F-A8D2-FAE1AAFD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6BA481-CBE6-4186-A5D7-E82E741B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Аспаптар каталогы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CF77ED-A81B-47A1-A843-57DD7953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CDF05B-8117-4FA2-984E-B65AE1C1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90A8F8-744E-47E3-A5CB-9E70D253C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3DDFE-9ED7-4C91-9228-39486EEE2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7258050" cy="416242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54049453f498e"/>
          <a:srcRect xmlns:a="http://schemas.openxmlformats.org/drawingml/2006/main" l="40" t="0" r="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76400"/>
            <a:ext cx="7105650" cy="4010025"/>
          </a:xfrm>
          <a:prstGeom xmlns:a="http://schemas.openxmlformats.org/drawingml/2006/main" prst="roundRect">
            <a:avLst>
              <a:gd name="adj" fmla="val 332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FDD355-FDA5-44B1-8B87-3576481D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Каталог мүмкіндіктері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DA0C5E-1CF1-41F2-9943-A3DC61EBA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38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9BAA18-CD0E-4544-AA0D-E76C51DFB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Аспаптарды бес топ бойынша сүзу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A4CC4A-FE7E-43A9-AF5C-DABC0F12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124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F9C98-FFE6-4021-8952-031BE2D2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480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Атауы бойынша жылдам іздеу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DDF09A-97FC-44DE-938B-0213CC22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10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BDD0AD-95B0-4214-B40F-AA7B17C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338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Таңдаулы аспаптарды сақтау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CEFD23-FA78-49E2-8D52-470842DB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4958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38D5E9-5FF7-40B0-B34B-BBAB61EFA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19600"/>
            <a:ext cx="2895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Екі немесе үш аспапты салыстыру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8127F-55BB-4CE9-98D5-3FBA89AF3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9115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Әр карточкадан аспаптың жеке бетіне өтуге болады.</a:t>
            </a:r>
          </a:p>
        </p:txBody>
      </p:sp>
    </p:spTree>
    <p:extLst>
      <p:ext uri="{BB962C8B-B14F-4D97-AF65-F5344CB8AC3E}">
        <p14:creationId xmlns:p14="http://schemas.microsoft.com/office/powerpoint/2010/main" val="176767870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43b6470f1401a">
            <a:extLst>
              <a:ext uri="{96DAC541-7B7A-43D3-8B79-37D633B846F1}">
                <asvg:svgBlip xmlns:asvg="http://schemas.microsoft.com/office/drawing/2016/SVG/main" r:embed="Ra79120152fe2427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26D03F-0201-47F0-B65C-1BB19BC8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6BE5E7-5B12-4762-ACA5-38C505C9B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ИНТЕРАКТИВТІ ОҚУ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01E57-2C33-47A3-A66D-4854C1BF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53C3E-76BC-4B7C-BDBF-91BF3E0B4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Аспапты танып, үнін тыңдау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AC8F74-DDDD-4412-9E03-4E4E64E19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EBD88C-09F0-4997-81EB-858CF32F5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AF744E-1C21-4635-BFEA-57C5086F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DA9EEC-394A-4810-AF93-ABAEAB2D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5143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3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Әр аспаптың бетінде қысқаша сипаттама, жасалу материалы, тарихы және қолданылуы беріледі. «Үнін тыңдау» батырмасы нақты орындауды бейне арқылы ашады.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22C900-09FD-4854-8AE2-32283EA3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4762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575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Тыңдалым жүктелген кезде айналу индикаторы көрсетіледі. Бейне ашық түсті ортада көрінеді.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9327cbb9f42c6"/>
          <a:srcRect xmlns:a="http://schemas.openxmlformats.org/drawingml/2006/main" l="17361" t="0" r="17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657350"/>
            <a:ext cx="1790700" cy="4114800"/>
          </a:xfrm>
          <a:prstGeom xmlns:a="http://schemas.openxmlformats.org/drawingml/2006/main" prst="roundRect">
            <a:avLst>
              <a:gd name="adj" fmla="val 9574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096f06a2f4f2d"/>
          <a:srcRect xmlns:a="http://schemas.openxmlformats.org/drawingml/2006/main" l="17361" t="0" r="1736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0" y="1657350"/>
            <a:ext cx="1790700" cy="4114800"/>
          </a:xfrm>
          <a:prstGeom xmlns:a="http://schemas.openxmlformats.org/drawingml/2006/main" prst="roundRect">
            <a:avLst>
              <a:gd name="adj" fmla="val 9574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55f7c4433f4816"/>
          <a:srcRect xmlns:a="http://schemas.openxmlformats.org/drawingml/2006/main" l="39043" t="0" r="390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87000" y="1657350"/>
            <a:ext cx="1352550" cy="4114800"/>
          </a:xfrm>
          <a:prstGeom xmlns:a="http://schemas.openxmlformats.org/drawingml/2006/main" prst="roundRect">
            <a:avLst>
              <a:gd name="adj" fmla="val 1267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A2861B-349E-496F-8B14-8F3D8412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905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Домбыра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08BDAC-209E-4FF0-8685-32899AEE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5905500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Қобыз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4158A7-AA9C-4906-AF80-3F109B4B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905500"/>
            <a:ext cx="1352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Жетіген</a:t>
            </a:r>
          </a:p>
        </p:txBody>
      </p:sp>
    </p:spTree>
    <p:extLst>
      <p:ext uri="{BB962C8B-B14F-4D97-AF65-F5344CB8AC3E}">
        <p14:creationId xmlns:p14="http://schemas.microsoft.com/office/powerpoint/2010/main" val="12548326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a5f4892004b46">
            <a:extLst>
              <a:ext uri="{96DAC541-7B7A-43D3-8B79-37D633B846F1}">
                <asvg:svgBlip xmlns:asvg="http://schemas.microsoft.com/office/drawing/2016/SVG/main" r:embed="R643b80d41f464fa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58E459-E396-4C0F-984C-6B3F9F14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061B4B-A95F-4372-927B-A9052C733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МӘДЕНИ МҰРА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740087-1B1A-4C37-818F-377160036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92F787-1E0F-4FC2-BE48-7346B6A1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Аспаптар туралы халық аңыздары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AAEF03-CD8B-41D2-9E8A-DC9D6301E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47E402-BED5-40D1-BF5E-B7B4B2843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32DC31-2976-48E7-82D0-49CDB074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272A5B-74B4-455B-BD04-E1C4D416E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7258050" cy="416242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9e4468883641f3"/>
          <a:srcRect xmlns:a="http://schemas.openxmlformats.org/drawingml/2006/main" l="24" t="0" r="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76400"/>
            <a:ext cx="7105650" cy="4010025"/>
          </a:xfrm>
          <a:prstGeom xmlns:a="http://schemas.openxmlformats.org/drawingml/2006/main" prst="roundRect">
            <a:avLst>
              <a:gd name="adj" fmla="val 332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9D1AF9-7007-4A78-9B12-3B3D6AF8D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70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6 аңыз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641E0D-EAF1-499F-842E-A57ABFA8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622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2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Аңыздар аспаптың пайда болуын, халық жадындағы орнын және өнердің тәрбиелік мәнін түсіндіреді.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0DA4FA-96DF-40B7-A5EB-608E3E757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790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29ED69-92DD-4925-9EEC-689E67B1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147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Қорқыт ата және қобыз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4EBE11-E73A-4D03-B4DD-B2962470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053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2D6FC-254C-48E0-80D7-FBCDDDC8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22910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Жетігеннің жеті күйі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6BB13F-87CD-4E21-9279-AC42E5F7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19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3F16E-16B3-4ECD-8C8D-CDDA66AE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7434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Ақсақ құлан күйінің аңызы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8F0D07-5768-4912-8667-82A5BA51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C8EE8B-28EE-4579-A059-6C4B231B7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25780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Садақтың әні</a:t>
            </a:r>
          </a:p>
        </p:txBody>
      </p:sp>
    </p:spTree>
    <p:extLst>
      <p:ext uri="{BB962C8B-B14F-4D97-AF65-F5344CB8AC3E}">
        <p14:creationId xmlns:p14="http://schemas.microsoft.com/office/powerpoint/2010/main" val="195476522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6d989f9b7842b5">
            <a:extLst>
              <a:ext uri="{96DAC541-7B7A-43D3-8B79-37D633B846F1}">
                <asvg:svgBlip xmlns:asvg="http://schemas.microsoft.com/office/drawing/2016/SVG/main" r:embed="R7b694dbccb1d42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C1806-7538-4654-9906-0E65A0932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C959F-DED5-45E8-AFF9-C27BF470F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ТАРИХ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CE88FF-10A0-485B-BAAA-BD16C7C0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8944E-23D9-4E3F-9423-37E56AF9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Дала үнінің ғасырлар жолы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FDEF23-1D6D-4243-B1E9-5E3C81D6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0EBE9-021B-44FA-931F-8B8827FC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BC762D-DD4D-485D-93EA-64AA50D0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82DE8-E517-4760-BEFF-3F9D3A4F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7258050" cy="416242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d392b32b341a4"/>
          <a:srcRect xmlns:a="http://schemas.openxmlformats.org/drawingml/2006/main" l="0" t="195" r="0" b="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76400"/>
            <a:ext cx="7105650" cy="4010025"/>
          </a:xfrm>
          <a:prstGeom xmlns:a="http://schemas.openxmlformats.org/drawingml/2006/main" prst="roundRect">
            <a:avLst>
              <a:gd name="adj" fmla="val 332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D4AC58-0890-4A7C-8727-901B1989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8 тарихи кезең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CE7E4-13DA-4243-8E3D-13DB0FA2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00300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1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7000"/>
              </a:lnSpc>
              <a:buNone/>
              <a:defRPr sz="165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Хронология ұлттық аспаптардың аңшылық құралдарынан оркестр мен цифрлық кеңістікке дейінгі дамуын көрсетеді.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1BACD-974E-4AAB-9D25-6413A9BA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Б.з.б. І мыңжылдық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8E5B4C-DF78-403B-874A-796A1FA9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9600"/>
            <a:ext cx="0" cy="800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89A3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C1A8E1-2DC2-4524-A2F1-12DA2E5F1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24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аңшылар дәуірінен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284A6-3A7C-4555-A489-D195FEEC7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19650"/>
            <a:ext cx="2714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526267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26267"/>
                </a:solidFill>
                <a:latin typeface="Arial"/>
                <a:ea typeface="Arial"/>
                <a:cs typeface="Arial"/>
              </a:rPr>
              <a:t>XXI ғасырдағы цифрлық жаңғыруға дейін</a:t>
            </a:r>
          </a:p>
        </p:txBody>
      </p:sp>
    </p:spTree>
    <p:extLst>
      <p:ext uri="{BB962C8B-B14F-4D97-AF65-F5344CB8AC3E}">
        <p14:creationId xmlns:p14="http://schemas.microsoft.com/office/powerpoint/2010/main" val="708726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5680a55569459a">
            <a:extLst>
              <a:ext uri="{96DAC541-7B7A-43D3-8B79-37D633B846F1}">
                <asvg:svgBlip xmlns:asvg="http://schemas.microsoft.com/office/drawing/2016/SVG/main" r:embed="Reaa06c820a7c494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36686-DA4C-4981-AC37-1FD4504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B9ACD-8F1C-4909-9A37-E9D2414F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БІЛІМДІ БЕКІТУ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E3E4BD-3B75-4B19-AF18-DA759F67A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7CB61F-88D8-49EC-A075-A6BF04A3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Ойнап жүріп үйрену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E6896-95AA-43B5-A3C9-2E01FF3E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D9AACB-0AAA-42B6-91B0-78359717B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FD3E5-37E1-4A11-8804-FDC34158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2B0FEE-7C54-406B-A965-30FCBCB78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7258050" cy="416242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afa6930cc04e69"/>
          <a:srcRect xmlns:a="http://schemas.openxmlformats.org/drawingml/2006/main" l="0" t="29" r="0" b="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76400"/>
            <a:ext cx="7105650" cy="4010025"/>
          </a:xfrm>
          <a:prstGeom xmlns:a="http://schemas.openxmlformats.org/drawingml/2006/main" prst="roundRect">
            <a:avLst>
              <a:gd name="adj" fmla="val 332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8BE5B8-DC88-4429-B402-39B13236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4 оқу ойыны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EFA290-86F7-44B6-B6C5-B02F5E8E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955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Викторина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2A9A33-7256-4D95-8650-48C1F8C8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194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әр айналымда 10 сұрақ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B6F3D2-E5B5-4318-8538-116D655D0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766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Жұп тап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AABA93-F9AD-45EE-BB95-9089F479D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есте сақтауды жаттықтырады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7ECA3D-9EE9-46D0-9574-DA658D7A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576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Тобына бөл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50F1B4-48C4-4181-8B5D-5CBEB1A04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381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аспаптарды жіктеуді үйретеді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C21D0F5-85C5-4EC4-9781-D96983208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8387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Сөз құрастыр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54EB41-B75B-493B-9C68-3E3E0B36A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625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78888C"/>
                </a:solidFill>
                <a:latin typeface="Arial"/>
                <a:ea typeface="Arial"/>
                <a:cs typeface="Arial"/>
              </a:rPr>
              <a:t>аспап атауларын бекітеді</a:t>
            </a:r>
          </a:p>
        </p:txBody>
      </p:sp>
    </p:spTree>
    <p:extLst>
      <p:ext uri="{BB962C8B-B14F-4D97-AF65-F5344CB8AC3E}">
        <p14:creationId xmlns:p14="http://schemas.microsoft.com/office/powerpoint/2010/main" val="104096604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3fb8aef67484d">
            <a:extLst>
              <a:ext uri="{96DAC541-7B7A-43D3-8B79-37D633B846F1}">
                <asvg:svgBlip xmlns:asvg="http://schemas.microsoft.com/office/drawing/2016/SVG/main" r:embed="Rec4086897fc4413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FC0CC3-31CA-4468-9A56-B68A65A4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E396DD-9D49-4760-82DA-5C9D2EBEF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АНЫҚТАМАЛАР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E56B5C-1D70-4070-9C9C-C36C4D3F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F3EF53-F2E3-4153-B961-E113EA46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Түсініктер сөздігі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5CDE32-8F67-4B07-834C-ED8D1487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95C353-582D-464A-8A2F-6257520E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0E0684-4967-4A4F-B756-D93EE324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1647D3-B1D9-4EE7-8041-55532193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600200"/>
            <a:ext cx="7258050" cy="416242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ab718b117d4701"/>
          <a:srcRect xmlns:a="http://schemas.openxmlformats.org/drawingml/2006/main" l="340" t="0" r="34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76400"/>
            <a:ext cx="7105650" cy="4010025"/>
          </a:xfrm>
          <a:prstGeom xmlns:a="http://schemas.openxmlformats.org/drawingml/2006/main" prst="roundRect">
            <a:avLst>
              <a:gd name="adj" fmla="val 332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E93894-B7A6-4BC1-A8A7-513DEA5F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71650"/>
            <a:ext cx="3238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4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5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31 музыкалық түсінік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9EBB4F-4F9F-42D3-B7A9-520F5CAF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6670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78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65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Сөздік күрделі ұғымдарды оқушыға қысқа әрі түсінікті тілмен береді.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DAB0D5-A59D-4E8B-9A42-8F198DE8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F992F5-0B45-423F-AD1A-4F7B8831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867150"/>
            <a:ext cx="2895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Сөз бойынша іздеу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8B41F-AD65-4AE8-BA57-894500721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562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4887C8-BBE3-4C27-BC5C-CFE84C345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86275"/>
            <a:ext cx="2895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Әліпби арқылы жылдам өту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06DBA1-CF3A-4BB6-890D-BE4C1FDB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1816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552D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FB1D9F-AF08-4C36-81F5-D75BC10F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5105400"/>
            <a:ext cx="28956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E2A2D"/>
                </a:solidFill>
                <a:latin typeface="Arial"/>
                <a:ea typeface="Arial"/>
                <a:cs typeface="Arial"/>
              </a:rPr>
              <a:t>Басып шығаруға ыңғайлы нұсқа</a:t>
            </a:r>
          </a:p>
        </p:txBody>
      </p:sp>
    </p:spTree>
    <p:extLst>
      <p:ext uri="{BB962C8B-B14F-4D97-AF65-F5344CB8AC3E}">
        <p14:creationId xmlns:p14="http://schemas.microsoft.com/office/powerpoint/2010/main" val="1033408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fff32063bc4c47">
            <a:extLst>
              <a:ext uri="{96DAC541-7B7A-43D3-8B79-37D633B846F1}">
                <asvg:svgBlip xmlns:asvg="http://schemas.microsoft.com/office/drawing/2016/SVG/main" r:embed="Redd9a1774ea84e5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52450" y="285750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584A73-752C-4E61-A948-2730C310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33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E42A6-BEA7-47F5-AFD6-B2F188798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2900"/>
            <a:ext cx="2781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9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ҒЫЛЫМИ ЖОБА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234F74-84CF-4170-B7E8-F842B0429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5E0CB-AD30-4CB7-BD57-2C08B2324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14400"/>
            <a:ext cx="11087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315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Жоба авторлары және жұмыс үдерісі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4383E9-75C8-4119-A79D-3CF148394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86525"/>
            <a:ext cx="11087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D8C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0C2289-F9DD-4216-A9B7-2F688F7D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975" b="1">
                <a:solidFill>
                  <a:srgbClr val="78888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78888C"/>
                </a:solidFill>
                <a:latin typeface="Arial"/>
                <a:ea typeface="Arial"/>
                <a:cs typeface="Arial"/>
              </a:rPr>
              <a:t>Бабалар үні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F5ACE0-B0F5-4F51-AD24-1463D66D9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5532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20F97E5-9623-47AA-B484-67BB9D76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B4552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B4552D"/>
                </a:solidFill>
                <a:latin typeface="Arial"/>
                <a:ea typeface="Arial"/>
                <a:cs typeface="Arial"/>
              </a:rPr>
              <a:t>Жоба авторы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7660D-78D4-433D-BD64-EF7012ED7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52650"/>
            <a:ext cx="333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Дөңесова Асылай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Кайсарқызы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300386-DB0C-43FF-A2CD-8F0413CF9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1">
                <a:solidFill>
                  <a:srgbClr val="C89A3C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C89A3C"/>
                </a:solidFill>
                <a:latin typeface="Arial"/>
                <a:ea typeface="Arial"/>
                <a:cs typeface="Arial"/>
              </a:rPr>
              <a:t>Ғылыми жетекші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EDE737-8FBC-43FF-93F5-9526F1F9D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342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Демеуова Тогжан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E2A2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E2A2D"/>
                </a:solidFill>
                <a:latin typeface="Arial"/>
                <a:ea typeface="Arial"/>
                <a:cs typeface="Arial"/>
              </a:rPr>
              <a:t>Абдимуратовна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037A6D-F496-4FEA-A443-3CDE7AE3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9650"/>
            <a:ext cx="3524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9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500" b="1">
                <a:solidFill>
                  <a:srgbClr val="1F6F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6F6B"/>
                </a:solidFill>
                <a:latin typeface="Arial"/>
                <a:ea typeface="Arial"/>
                <a:cs typeface="Arial"/>
              </a:rPr>
              <a:t>Сайт ЖИ көмегімен жасалды. Мазмұнды таңдау мен тексеруді жоба авторы және ғылыми жетекші жүргізді.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305E09-A52E-4193-8B6D-2E805D3D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600200"/>
            <a:ext cx="7277100" cy="4162425"/>
          </a:xfrm>
          <a:prstGeom xmlns:a="http://schemas.openxmlformats.org/drawingml/2006/main" prst="roundRect">
            <a:avLst>
              <a:gd name="adj" fmla="val 45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3D8C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5635e8901d4855"/>
          <a:srcRect xmlns:a="http://schemas.openxmlformats.org/drawingml/2006/main" l="0" t="32" r="0" b="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4850" y="1676400"/>
            <a:ext cx="7124700" cy="4010025"/>
          </a:xfrm>
          <a:prstGeom xmlns:a="http://schemas.openxmlformats.org/drawingml/2006/main" prst="roundRect">
            <a:avLst>
              <a:gd name="adj" fmla="val 3325"/>
            </a:avLst>
          </a:prstGeom>
        </p:spPr>
      </p:pic>
    </p:spTree>
    <p:extLst>
      <p:ext uri="{BB962C8B-B14F-4D97-AF65-F5344CB8AC3E}">
        <p14:creationId xmlns:p14="http://schemas.microsoft.com/office/powerpoint/2010/main" val="53838445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5545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86cb2fd7574082">
            <a:extLst>
              <a:ext uri="{96DAC541-7B7A-43D3-8B79-37D633B846F1}">
                <asvg:svgBlip xmlns:asvg="http://schemas.microsoft.com/office/drawing/2016/SVG/main" r:embed="R55f3a76038ac4d2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791200" y="4572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20E7B-4741-4AC6-AFDB-BF7E5F78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07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Жобаның нәтижесі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5BDB6-C710-4F85-B68D-2DF1DB59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05740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0">
                <a:solidFill>
                  <a:srgbClr val="E9F5F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E9F5F3"/>
                </a:solidFill>
                <a:latin typeface="Arial"/>
                <a:ea typeface="Arial"/>
                <a:cs typeface="Arial"/>
              </a:rPr>
              <a:t>Ұлттық музыкалық мұраны оқуға, тыңдауға және ойын арқылы бекітуге арналған біртұтас білім беру ортасы жасалды.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514991-D480-46DD-9D85-C803F805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B39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B39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4507DC-EC20-4CAD-B610-0C41804F6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ұлттық аспап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13721-5499-4884-8954-3801D43F2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3337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7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084B0E-8C8B-4E15-9527-44C8F89D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2956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FE2A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E2A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651F39-DC97-4BF0-A76C-B49ADE12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9624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аспап тобы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803419-D849-4177-994B-52DA5BBF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337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7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9DD13B-50F1-4B3C-811D-4DE5AB72E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956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B39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B390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21EFD-947E-4B4B-BD41-7341BBBE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624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халық аңызы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BE16C-D8E6-40D9-87EE-15141D8EE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3337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7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29413A-1C3E-4EC4-A774-C69911BB3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2956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FE2A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E2A0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A952B5-FD07-4D8B-B304-3B5B08CF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624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тарихи кезең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8A6A0-45B1-4EF1-926D-77037EA2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3337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7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6340DB-2BDA-4C61-910C-A16948754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956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7B39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7B39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85F301-D176-4D43-AD0B-1D8503241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624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оқу ойыны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188F68-64A1-4666-B180-7F35759E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3337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B827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4D679-3B78-40DB-8255-F33C32E1C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295650"/>
            <a:ext cx="1676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FFE2A0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E2A0"/>
                </a:solidFill>
                <a:latin typeface="Arial"/>
                <a:ea typeface="Arial"/>
                <a:cs typeface="Arial"/>
              </a:rPr>
              <a:t>31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E63A18-94A9-4796-978D-316C8B85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962400"/>
            <a:ext cx="1676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3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түсінік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97C6C1-8F04-4505-84D6-DFF058B2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105400"/>
            <a:ext cx="3505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9A3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159332-76C0-4FE8-973A-C0E43FE43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391150"/>
            <a:ext cx="666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25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Назарларыңызға рақмет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EFBA715-19A2-450F-8F47-03246DC4C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6153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275" b="1">
                <a:solidFill>
                  <a:srgbClr val="BFDAD7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FDAD7"/>
                </a:solidFill>
                <a:latin typeface="Arial"/>
                <a:ea typeface="Arial"/>
                <a:cs typeface="Arial"/>
              </a:rPr>
              <a:t>«Бабалар үні»</a:t>
            </a:r>
          </a:p>
        </p:txBody>
      </p:sp>
    </p:spTree>
    <p:extLst>
      <p:ext uri="{BB962C8B-B14F-4D97-AF65-F5344CB8AC3E}">
        <p14:creationId xmlns:p14="http://schemas.microsoft.com/office/powerpoint/2010/main" val="14999594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2026-09-28T07:40:51.3360000Z</dcterms:created>
  <dcterms:modified xsi:type="dcterms:W3CDTF">2026-09-28T07:40:51.3360000Z</dcterms:modified>
</coreProperties>
</file>